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5"/>
  </p:normalViewPr>
  <p:slideViewPr>
    <p:cSldViewPr snapToGrid="0" snapToObjects="1">
      <p:cViewPr varScale="1">
        <p:scale>
          <a:sx n="89" d="100"/>
          <a:sy n="89" d="100"/>
        </p:scale>
        <p:origin x="17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Name</a:t>
            </a:r>
          </a:p>
          <a:p>
            <a:r>
              <a:t>Student Name</a:t>
            </a:r>
          </a:p>
          <a:p>
            <a:r>
              <a:t>Course Name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app?</a:t>
            </a:r>
          </a:p>
          <a:p>
            <a:r>
              <a:t>What problem does it solve?</a:t>
            </a:r>
          </a:p>
          <a:p>
            <a:r>
              <a:t>Who is it for?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Add </a:t>
            </a:r>
            <a:r>
              <a:rPr dirty="0"/>
              <a:t>task</a:t>
            </a:r>
          </a:p>
          <a:p>
            <a:r>
              <a:rPr dirty="0" smtClean="0"/>
              <a:t>Delete </a:t>
            </a:r>
            <a:r>
              <a:rPr dirty="0"/>
              <a:t>task</a:t>
            </a:r>
          </a:p>
          <a:p>
            <a:r>
              <a:rPr dirty="0" smtClean="0"/>
              <a:t>Mark </a:t>
            </a:r>
            <a:r>
              <a:rPr dirty="0"/>
              <a:t>as completed</a:t>
            </a:r>
          </a:p>
          <a:p>
            <a:r>
              <a:rPr dirty="0" smtClean="0"/>
              <a:t>Store </a:t>
            </a:r>
            <a:r>
              <a:rPr dirty="0"/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HTML</a:t>
            </a:r>
            <a:endParaRPr dirty="0"/>
          </a:p>
          <a:p>
            <a:r>
              <a:rPr dirty="0" smtClean="0"/>
              <a:t>CSS</a:t>
            </a:r>
            <a:endParaRPr dirty="0"/>
          </a:p>
          <a:p>
            <a:r>
              <a:rPr dirty="0" smtClean="0"/>
              <a:t>JavaScript </a:t>
            </a:r>
            <a:r>
              <a:rPr dirty="0"/>
              <a:t>/ jQuery</a:t>
            </a:r>
          </a:p>
          <a:p>
            <a:r>
              <a:rPr dirty="0" smtClean="0"/>
              <a:t>LocalStorage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input → Button click → JavaScript → Update UI → Save </a:t>
            </a:r>
            <a:r>
              <a:rPr dirty="0" smtClean="0"/>
              <a:t>data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You can add a diagram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screenshots or live demo of your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challenges did you face?</a:t>
            </a:r>
          </a:p>
          <a:p>
            <a:r>
              <a:t>What did you learn?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</Words>
  <Application>Microsoft Macintosh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Arial</vt:lpstr>
      <vt:lpstr>Office Theme</vt:lpstr>
      <vt:lpstr>Final Project Presentation</vt:lpstr>
      <vt:lpstr>Project Overview</vt:lpstr>
      <vt:lpstr>Features</vt:lpstr>
      <vt:lpstr>Technologies Used</vt:lpstr>
      <vt:lpstr>How It Works</vt:lpstr>
      <vt:lpstr>Demo / Screenshots</vt:lpstr>
      <vt:lpstr>Challenges &amp; Learning</vt:lpstr>
    </vt:vector>
  </TitlesOfParts>
  <Manager/>
  <Company/>
  <LinksUpToDate>false</LinksUpToDate>
  <SharedDoc>false</SharedDoc>
  <HyperlinkBase/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2026-04-09T11:24:10Z</dcterms:modified>
  <cp:category/>
</cp:coreProperties>
</file>