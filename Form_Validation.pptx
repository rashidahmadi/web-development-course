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08"/>
    <p:restoredTop sz="94636"/>
  </p:normalViewPr>
  <p:slideViewPr>
    <p:cSldViewPr snapToGrid="0" snapToObjects="1">
      <p:cViewPr varScale="1">
        <p:scale>
          <a:sx n="84" d="100"/>
          <a:sy n="84" d="100"/>
        </p:scale>
        <p:origin x="11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A84E9-6B0C-F349-AAB9-63EC343115CB}" type="datetimeFigureOut">
              <a:rPr lang="en-US" smtClean="0"/>
              <a:t>4/2/26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BBDDFE-CEB7-D44E-9677-9C0B08D897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26574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A84E9-6B0C-F349-AAB9-63EC343115CB}" type="datetimeFigureOut">
              <a:rPr lang="en-US" smtClean="0"/>
              <a:t>4/2/26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BBDDFE-CEB7-D44E-9677-9C0B08D897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26139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A84E9-6B0C-F349-AAB9-63EC343115CB}" type="datetimeFigureOut">
              <a:rPr lang="en-US" smtClean="0"/>
              <a:t>4/2/26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BBDDFE-CEB7-D44E-9677-9C0B08D897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97656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A84E9-6B0C-F349-AAB9-63EC343115CB}" type="datetimeFigureOut">
              <a:rPr lang="en-US" smtClean="0"/>
              <a:t>4/2/26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BBDDFE-CEB7-D44E-9677-9C0B08D897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56945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A84E9-6B0C-F349-AAB9-63EC343115CB}" type="datetimeFigureOut">
              <a:rPr lang="en-US" smtClean="0"/>
              <a:t>4/2/26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BBDDFE-CEB7-D44E-9677-9C0B08D897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08605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A84E9-6B0C-F349-AAB9-63EC343115CB}" type="datetimeFigureOut">
              <a:rPr lang="en-US" smtClean="0"/>
              <a:t>4/2/26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BBDDFE-CEB7-D44E-9677-9C0B08D897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0892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A84E9-6B0C-F349-AAB9-63EC343115CB}" type="datetimeFigureOut">
              <a:rPr lang="en-US" smtClean="0"/>
              <a:t>4/2/26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BBDDFE-CEB7-D44E-9677-9C0B08D897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92379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A84E9-6B0C-F349-AAB9-63EC343115CB}" type="datetimeFigureOut">
              <a:rPr lang="en-US" smtClean="0"/>
              <a:t>4/2/26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BBDDFE-CEB7-D44E-9677-9C0B08D897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58136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A84E9-6B0C-F349-AAB9-63EC343115CB}" type="datetimeFigureOut">
              <a:rPr lang="en-US" smtClean="0"/>
              <a:t>4/2/26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BBDDFE-CEB7-D44E-9677-9C0B08D897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71058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A84E9-6B0C-F349-AAB9-63EC343115CB}" type="datetimeFigureOut">
              <a:rPr lang="en-US" smtClean="0"/>
              <a:t>4/2/26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BBDDFE-CEB7-D44E-9677-9C0B08D897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1522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A84E9-6B0C-F349-AAB9-63EC343115CB}" type="datetimeFigureOut">
              <a:rPr lang="en-US" smtClean="0"/>
              <a:t>4/2/26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BBDDFE-CEB7-D44E-9677-9C0B08D897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84854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8A84E9-6B0C-F349-AAB9-63EC343115CB}" type="datetimeFigureOut">
              <a:rPr lang="en-US" smtClean="0"/>
              <a:t>4/2/26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BBDDFE-CEB7-D44E-9677-9C0B08D897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77073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Form Validation in JavaScript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Form Validation in JavaScript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9900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is Form Validation?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Form validation ensures that:</a:t>
            </a:r>
          </a:p>
          <a:p>
            <a:pPr lvl="1"/>
            <a:r>
              <a:rPr lang="en-US" dirty="0" smtClean="0"/>
              <a:t>Inputs are not empty</a:t>
            </a:r>
          </a:p>
          <a:p>
            <a:pPr lvl="1"/>
            <a:r>
              <a:rPr lang="en-US" dirty="0" smtClean="0"/>
              <a:t>Data is correct</a:t>
            </a:r>
          </a:p>
          <a:p>
            <a:pPr lvl="1"/>
            <a:r>
              <a:rPr lang="en-US" dirty="0" smtClean="0"/>
              <a:t>Format is valid</a:t>
            </a:r>
          </a:p>
          <a:p>
            <a:r>
              <a:rPr lang="en-US" dirty="0" smtClean="0"/>
              <a:t>📌 Example:</a:t>
            </a:r>
          </a:p>
          <a:p>
            <a:pPr lvl="1"/>
            <a:r>
              <a:rPr lang="en-US" dirty="0" smtClean="0"/>
              <a:t>Email must contain @</a:t>
            </a:r>
          </a:p>
          <a:p>
            <a:pPr lvl="1"/>
            <a:r>
              <a:rPr lang="en-US" dirty="0" smtClean="0"/>
              <a:t>Password must be at least 6 characters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88766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Types of Validation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Client-side (JavaScript / jQuery)</a:t>
            </a:r>
          </a:p>
          <a:p>
            <a:r>
              <a:rPr lang="en-US" dirty="0" smtClean="0"/>
              <a:t>Server-side (backend)</a:t>
            </a:r>
          </a:p>
        </p:txBody>
      </p:sp>
    </p:spTree>
    <p:extLst>
      <p:ext uri="{BB962C8B-B14F-4D97-AF65-F5344CB8AC3E}">
        <p14:creationId xmlns:p14="http://schemas.microsoft.com/office/powerpoint/2010/main" val="4781387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Basic HTML form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000" y="1690688"/>
            <a:ext cx="10288208" cy="3292792"/>
          </a:xfrm>
        </p:spPr>
      </p:pic>
    </p:spTree>
    <p:extLst>
      <p:ext uri="{BB962C8B-B14F-4D97-AF65-F5344CB8AC3E}">
        <p14:creationId xmlns:p14="http://schemas.microsoft.com/office/powerpoint/2010/main" val="11180169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Validation WITHOUT jQuery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Step 1: Prevent Default 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9179" y="2562860"/>
            <a:ext cx="9018235" cy="2649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14069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Get Input Values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const</a:t>
            </a:r>
            <a:r>
              <a:rPr lang="en-US" dirty="0" smtClean="0"/>
              <a:t> name = </a:t>
            </a:r>
            <a:r>
              <a:rPr lang="en-US" dirty="0" err="1" smtClean="0"/>
              <a:t>document.getElementById</a:t>
            </a:r>
            <a:r>
              <a:rPr lang="en-US" dirty="0" smtClean="0"/>
              <a:t>("name").</a:t>
            </a:r>
            <a:r>
              <a:rPr lang="en-US" dirty="0" err="1" smtClean="0"/>
              <a:t>value.trim</a:t>
            </a:r>
            <a:r>
              <a:rPr lang="en-US" dirty="0" smtClean="0"/>
              <a:t>(); </a:t>
            </a:r>
          </a:p>
          <a:p>
            <a:r>
              <a:rPr lang="en-US" dirty="0" err="1" smtClean="0"/>
              <a:t>const</a:t>
            </a:r>
            <a:r>
              <a:rPr lang="en-US" dirty="0" smtClean="0"/>
              <a:t> email = </a:t>
            </a:r>
            <a:r>
              <a:rPr lang="en-US" dirty="0" err="1" smtClean="0"/>
              <a:t>document.getElementById</a:t>
            </a:r>
            <a:r>
              <a:rPr lang="en-US" dirty="0" smtClean="0"/>
              <a:t>("email").</a:t>
            </a:r>
            <a:r>
              <a:rPr lang="en-US" dirty="0" err="1" smtClean="0"/>
              <a:t>value.trim</a:t>
            </a:r>
            <a:r>
              <a:rPr lang="en-US" dirty="0" smtClean="0"/>
              <a:t>(); </a:t>
            </a:r>
          </a:p>
          <a:p>
            <a:r>
              <a:rPr lang="en-US" dirty="0" err="1" smtClean="0"/>
              <a:t>const</a:t>
            </a:r>
            <a:r>
              <a:rPr lang="en-US" dirty="0" smtClean="0"/>
              <a:t> password =</a:t>
            </a:r>
            <a:r>
              <a:rPr lang="en-US" dirty="0" err="1" smtClean="0"/>
              <a:t>document.getElementById</a:t>
            </a:r>
            <a:r>
              <a:rPr lang="en-US" dirty="0" smtClean="0"/>
              <a:t>("password").</a:t>
            </a:r>
            <a:r>
              <a:rPr lang="en-US" dirty="0" err="1" smtClean="0"/>
              <a:t>value.trim</a:t>
            </a:r>
            <a:r>
              <a:rPr lang="en-US" dirty="0" smtClean="0"/>
              <a:t>();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37826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Validation Logic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2465" y="1690688"/>
            <a:ext cx="10193176" cy="4100512"/>
          </a:xfrm>
        </p:spPr>
      </p:pic>
    </p:spTree>
    <p:extLst>
      <p:ext uri="{BB962C8B-B14F-4D97-AF65-F5344CB8AC3E}">
        <p14:creationId xmlns:p14="http://schemas.microsoft.com/office/powerpoint/2010/main" val="6758990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Better Email (Regex)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199" y="1690688"/>
            <a:ext cx="10214259" cy="3551872"/>
          </a:xfrm>
        </p:spPr>
      </p:pic>
    </p:spTree>
    <p:extLst>
      <p:ext uri="{BB962C8B-B14F-4D97-AF65-F5344CB8AC3E}">
        <p14:creationId xmlns:p14="http://schemas.microsoft.com/office/powerpoint/2010/main" val="14035583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Validation WITH jQuery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Why jQuery?</a:t>
            </a:r>
          </a:p>
          <a:p>
            <a:pPr lvl="1"/>
            <a:r>
              <a:rPr lang="en-US" dirty="0" smtClean="0"/>
              <a:t>Less code</a:t>
            </a:r>
          </a:p>
          <a:p>
            <a:pPr lvl="1"/>
            <a:r>
              <a:rPr lang="en-US" dirty="0" smtClean="0"/>
              <a:t>Easier to read</a:t>
            </a:r>
          </a:p>
          <a:p>
            <a:pPr lvl="1"/>
            <a:r>
              <a:rPr lang="en-US" dirty="0" smtClean="0"/>
              <a:t>Faster development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7692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jQuery Validation Code </a:t>
            </a:r>
            <a:br>
              <a:rPr lang="en-US" dirty="0" smtClean="0"/>
            </a:b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492568"/>
            <a:ext cx="10164144" cy="4344352"/>
          </a:xfrm>
        </p:spPr>
      </p:pic>
    </p:spTree>
    <p:extLst>
      <p:ext uri="{BB962C8B-B14F-4D97-AF65-F5344CB8AC3E}">
        <p14:creationId xmlns:p14="http://schemas.microsoft.com/office/powerpoint/2010/main" val="2045714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UI Feedback (Both)</a:t>
            </a:r>
            <a:endParaRPr lang="en-US" dirty="0"/>
          </a:p>
        </p:txBody>
      </p:sp>
      <p:pic>
        <p:nvPicPr>
          <p:cNvPr id="9" name="Content Placeholder 8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560" y="1847374"/>
            <a:ext cx="8168640" cy="1841948"/>
          </a:xfr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560" y="3982719"/>
            <a:ext cx="8168640" cy="1343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03377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Best Practices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Use .trim()</a:t>
            </a:r>
          </a:p>
          <a:p>
            <a:r>
              <a:rPr lang="en-US" dirty="0" smtClean="0"/>
              <a:t>Show clear error messages</a:t>
            </a:r>
          </a:p>
          <a:p>
            <a:r>
              <a:rPr lang="en-US" dirty="0" smtClean="0"/>
              <a:t>Validate step by step</a:t>
            </a:r>
          </a:p>
          <a:p>
            <a:r>
              <a:rPr lang="en-US" dirty="0" smtClean="0"/>
              <a:t>Avoid only using alerts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95066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10212</TotalTime>
  <Words>142</Words>
  <Application>Microsoft Macintosh PowerPoint</Application>
  <PresentationFormat>Widescreen</PresentationFormat>
  <Paragraphs>34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Calibri</vt:lpstr>
      <vt:lpstr>Calibri Light</vt:lpstr>
      <vt:lpstr>Arial</vt:lpstr>
      <vt:lpstr>Office Theme</vt:lpstr>
      <vt:lpstr>Form Validation in JavaScript</vt:lpstr>
      <vt:lpstr>What is Form Validation?</vt:lpstr>
      <vt:lpstr>Types of Validation</vt:lpstr>
      <vt:lpstr>Basic HTML form</vt:lpstr>
      <vt:lpstr>Validation WITHOUT jQuery</vt:lpstr>
      <vt:lpstr>Get Input Values</vt:lpstr>
      <vt:lpstr>Validation Logic</vt:lpstr>
      <vt:lpstr>Better Email (Regex)</vt:lpstr>
      <vt:lpstr>Validation WITH jQuery</vt:lpstr>
      <vt:lpstr>jQuery Validation Code  </vt:lpstr>
      <vt:lpstr>UI Feedback (Both)</vt:lpstr>
      <vt:lpstr>Best Practices</vt:lpstr>
    </vt:vector>
  </TitlesOfParts>
  <Company/>
  <LinksUpToDate>false</LinksUpToDate>
  <SharedDoc>false</SharedDoc>
  <HyperlinksChanged>false</HyperlinksChanged>
  <AppVersion>15.0036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Form Validation in JavaScript</dc:title>
  <dc:creator>Microsoft Office User</dc:creator>
  <cp:lastModifiedBy>Microsoft Office User</cp:lastModifiedBy>
  <cp:revision>5</cp:revision>
  <dcterms:created xsi:type="dcterms:W3CDTF">2026-04-02T09:15:10Z</dcterms:created>
  <dcterms:modified xsi:type="dcterms:W3CDTF">2026-04-09T11:27:41Z</dcterms:modified>
</cp:coreProperties>
</file>